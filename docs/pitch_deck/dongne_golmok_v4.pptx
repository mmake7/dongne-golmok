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DONGNE GOLMOK  ·  CONCEPT DECK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"우리 동네에 뭐가 있지?"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동네골목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숨어있는 우리동네가게를 알고, 내 상황을 듣고, 답을 찾아주는 동네 친구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작은 가게가 살아남고 주민이 동네를 누리는 — 진짜 동네 생태계.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349240"/>
            <a:ext cx="2743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532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 #5  ·  Week 6  ·  harbor.school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지도에도 인스타에도 없지만,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분명히 우리 동네에 있는 것들.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가게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떡집·세탁소·양장점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 새로 만든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 받는 일이 뭔지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108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1인 메이커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3D프린터 공방·한복 짓는 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389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동네에 있는 줄도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모르는 사람들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오는 날만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순대차·과일 트럭·이동 떨이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389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이번 주에 오는 날인지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단골만 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31089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오는 자리만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0684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다마코치·홍게·튀김 노점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06840" y="4389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 와있는지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가봐야 알 수 있음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공식 상권 바깥에서 동네를 만드는 사람들 — 우리는 이들을 '숨어있는 우리동네가게'라 부른다.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DEFINITION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동네골목은 한 마디로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숨어있는 우리동네가게를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사람만 아는 알림판으로.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11247120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차용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당근의 동네 인증·등록·목록 패턴 — 검증된 길은 새로 발명하지 않는다.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특화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C2C 중고 거래가 아닌, 진짜 소상공인과 주민의 동네 생태계로.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3D프린터 공방부터 일주일에 한번만 오는 순대차까지 — 동네의 진짜 리듬을 같은 동네 사람만 받는다.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TARGET USERS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두 종류의 사용자, 한 동네의 단골.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등록자와 이용자가 아니라, 같은 동네에서 서로의 단골이 되는 사람들.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우리 동네 사장님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동네를 만드는 사람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가게 —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떡집, 정육점, 양장점, 세탁소,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한과집, 동네 카페, 분식집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1인 메이커 —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3D프린터 공방, 한복 짓는 집,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수제 비누·캔들 작가, 도자 공방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이동·노점 —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순대차, 과일 트럭, 떨이 양말 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바라는 것 —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내가 오늘 만든 것을, 내가 오늘 와있는 자리를, 동네에게 알리는 것.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우리 동네 주민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동네를 누리는 사람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30~60대 —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작은 가게 단골 가능성 높음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20~30대 1인 가구 —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카페·트럭음식 발견 욕구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통근자 —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퇴근길 동선에 무엇이 와있는지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이주민·귀촌 —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이 동네에 뭐가 있는지 모르는 사람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바라는 것 —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갔는데 없는 헛걸음 없이, 동네에 무엇이 있는지 미리 알 수 있기.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당근의 동네 패턴 위에, 진짜 동네 생태계를.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기존 도구 5가지와 비교 — 어디서 차용했고 어디서 비틀었는지.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08760"/>
                <a:gridCol w="1554480"/>
                <a:gridCol w="1508760"/>
                <a:gridCol w="1554480"/>
                <a:gridCol w="1508760"/>
                <a:gridCol w="23317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당근마켓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네이버지도·카카오맵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인스타·블로그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챗봇 (ChatGPT)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단톡방·맘카페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동네골목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주인공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안 쓰는 물건 주민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공식 등록 가게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직접 운영하는 가게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인터넷 일반 지식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사람의 기억과 부지런함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숨어있는 우리동네가게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정보의 깊이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C2C 거래 정보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위치·영업시간만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운영자 따라 들쭉날쭉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넓고 얕음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정리 안 됨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동네의 오늘/지금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관계 모양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1회성 거래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방문 후 사라짐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팔로우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1회성 답변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지인 한정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 단골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약점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트럭·노점 누락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1인 메이커 누락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사장님 부담 큼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 정보 모름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검색 안 됨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동네골목이 차용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 인증·등록·목록·상태값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사진+한 줄 등록 톤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자연어 응답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당근에서 핵심 UX를 빌렸지만, 다루는 영역과 관계의 모양은 결정적으로 다르다.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CORE FEATURES — v1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"우리 동네에 뭐가 있지?"에 답하는 5가지.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v1은 이 다섯 가지에만 집중한다. 나머지는 v1.5 이후.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1396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회원가입·로그인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 — 가게 / 주민 두 역할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34056" y="2377440"/>
            <a:ext cx="21396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2606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16936" y="306324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6936" y="32461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인증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16936" y="438912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행정동 단위 선택. v1은 GPS 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10912" y="2377440"/>
            <a:ext cx="21396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606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93792" y="306324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32461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오늘의 입고 등록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93792" y="438912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사진 + 한 줄 + 오늘 위치 (이동형은 매번 새로)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87768" y="2377440"/>
            <a:ext cx="21396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2606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70648" y="306324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0648" y="32461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기반 목록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70648" y="438912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내 동네 + 인접 동네. 정착/이동 토글 필터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64624" y="2377440"/>
            <a:ext cx="21396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504" y="26060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47504" y="306324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47504" y="32461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상태값 관리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7504" y="438912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판매중 / 마감 / 오늘은 못 와요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Anti-Scope — 결제, 매너온도, 푸시 알림, 진짜 GPS는 v1에서 제외. 1:1 채팅은 상점 게시판으로 v1.5에 대체.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AI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앱을 여는 그 순간, 동네 친구의 한 마디.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 등록된 우리 동네 정보를 AI가 한 줄로 묶어 환영한다.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 OO동에는 한과집에 새 한과 한 판,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화요일이라 1번 출구에 순대차도 와있어요.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607040" y="32918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”</a:t>
            </a:r>
            <a:endParaRPr lang="en-US" sz="96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80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앱 진입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내 동네 인식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(행정동)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42976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4480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데이터 수집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오늘 등록된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우리 동네 가게·트럭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42976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480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정리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자연어 한 줄 요약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23960" y="42976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4480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4754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환영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0684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동네 친구가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알려주는 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정적 목록을 보기 전에, 살아있는 한 줄이 먼저 다가온다 — 5주차 듀오 AI 캐릭터 패턴 차용.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PILOT — 염창동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파일럿 지역 — 서울 강서구 염창동.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운영자가 직접 걷고 가게 사장님을 만날 수 있는 동네. 50개 가게 목업으로 데모.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50개 가게 분포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공식 상권 바깥의 모든 형태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4048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3017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동네 음식점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떡집·정육·분식·베이커리·중식·카페 등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의류·생활 서비스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양장·세탁·구두·열쇠·옷·신발·이불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1인 메이커·공방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3D프린터·도자·캔들·비누·한복·한지·가죽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학원·동네 서비스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미술·태권도·부동산·미용·서점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농수산·정육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과일·생선·반건조·닭·채소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이동형 (정기)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순대차·양말차·과일트럭·호떡·야채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이동형 (가끔)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4개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다마코치·홍게·튀김·붕어빵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17920" y="2468880"/>
            <a:ext cx="5486400" cy="3520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8개 데모 시나리오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컨시어지가 답하는 사용자 질문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92240" y="3566160"/>
            <a:ext cx="457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 "밤 11시 순대 먹고 싶어"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 "주말에 양말 떨어졌어"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 "오늘 딸 생일 케이크 어디서"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 "엄마 정장 수선해 주는 데"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 "가볍게 한잔하면서 안주"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 "다음 달 결혼식 한복"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 "도자기 클래스 한 번"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8.  "오늘 한과 들어왔나"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염창동 — 운영자의 동네라 거리·골목 정확. 강서구 가양·등촌과 인접해 v2 확장 자연스러움.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시스템 구조도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5주차에서 검증된 구조 + 동네/이미지 영역만 신규.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Browser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31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React CDN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Tailwind CDN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따뜻한 흙 톤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JWT (localStorage)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657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Functions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931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auth.js (가게/주민)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posts.js (입고 등록)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feed.js (동네 목록)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upload.js (이미지)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ai.js (오늘의 한 줄)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468880"/>
            <a:ext cx="3657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EXTERNAL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595360" y="374904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3931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Supabase (pg)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ImageKit (이미지)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Claude API (한 줄 추천)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행정동 코드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(v1.5) 카카오맵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4023360"/>
            <a:ext cx="27432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4023360"/>
            <a:ext cx="27432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함수 5개 (Vercel 무료 한도 12개의 절반 미만). 5주차 harbor-community 함수 구조 + 듀오 AI 캐릭터 패턴 차용.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USE 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두 가게의 하루, 한 동네의 단골.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정착형은 '오늘의 입고', 이동형은 '오늘의 자리'. 동네는 그렇게 만들어진다.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5778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 ·  동네 가게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OO동 한과집 사장님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오전 9시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"오늘 한과 한 판 새로 했어요" 등록 — 사진 + 한 줄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오후 2시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앱 진입 → AI 한 줄 "오늘 한과집 새 한과 한 판" → 단골 김씨 발견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오후 6시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퇴근길에 들러 두 봉지 구매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결과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헛걸음 0, 단골 관계 한 칸 더 깊어짐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48640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  ·  오는 날만 / 오는 자리만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매주 화요일 순대차 사장님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6576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화 오후 3시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"오늘 OO역 1번 출구 와있어요" 등록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화 오후 5시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퇴근길 동네 주민들에게 알림 도착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화 오후 6~8시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'오늘 와있나?' 확인 없이 자연스러운 동선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결과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헛걸음 0, 트럭 사장님의 화요일이 안정됨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가게도 주민도 동등한 동네의 주인공. 어느 쪽이든 같은 메커니즘으로 동네는 만들어진다.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ANTI-SCOPE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v1에서 명시적으로 안 할 것.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작게 시작해야 진짜 동네 생태계가 보인다. 욕심내면 길을 잃는다.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4505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1:1 채팅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8346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실시간이 들어가면 시간이 폭발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32004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v1.5에서 상점 게시판으로 대체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4505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결제 / 정산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28346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동네골목은 직거래. 결제 없음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02152" y="32004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본질적으로 안 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4505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매너온도 / 평가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28346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단골 신뢰 기반이 더 맞음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82512" y="32004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v2에서 단골 등록 형태로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22860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4505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개인화 추천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62872" y="28346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v1은 동네 단위 한 줄로 충분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62872" y="32004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v2에서 행동 로그 기반 검토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0507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푸시 알림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44348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모바일 앱 영역. v1은 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" y="4800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v1.5에서 PWA 검토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886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40507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진짜 GPS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02152" y="44348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행정동 단위로 충분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2152" y="4800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v1.5에서 카카오맵 결합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886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0507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실제 가게 모집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44348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파일럿은 목업으로 충분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82512" y="4800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v2에서 염창동 5~10곳 모집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98280" y="3886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2872" y="405079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⨯  사장님 가입 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62872" y="443484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— 데모용 1~2개만 라이브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62872" y="480060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v2에서 셀프 가입 UI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v1을 작게 만들어야 v2의 진짜 동네 생태계가 보인다.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GOLMOK.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동작하는 v1에서, 서울 25개 자치구의 동네 생태계로.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 마감 v1, 본 기획안 v1.5, 실제 동네 검증 v2, 광고/PR·외연 확장 v3.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3383280"/>
          </a:xfrm>
          <a:prstGeom prst="rect">
            <a:avLst/>
          </a:prstGeom>
          <a:solidFill>
            <a:srgbClr val="00000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 ·  Week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동작하는 동네골목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57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회원·동네 인증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오늘의 입고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AI 한 줄 추천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동네 기반 목록·상태값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Vercel 배포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77440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v1.5  ·  Week 7~12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기획안 구체화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66160" y="347472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657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DEV.md / AUDIENCES.md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사이트 디자인 v2 (따뜻한 톤)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상점 게시판 (채팅 대체)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PWA · 카카오맵 검토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 ·  3~6개월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실제 동네 검증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347472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657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염창동 가게 5~10곳 모집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단골 등록 · 가벼운 알림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주민 50명 가입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법적 검토 · 동의서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2377440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v3  ·  1년 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광고/PR · 외연 확장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26880" y="3474720"/>
            <a:ext cx="3657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3657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가게 유료 PR (월 1~3만)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강서구 6개 동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누리인포스 JV 자체 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강서구청 협력 검토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장기 비전 — 서울 25개 자치구의 200~300개 행정동마다 작동하는 AI 컨시어지 네트워크.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"우리 동네에 뭐가 있지?" — 동네골목이 답하는, 단 하나의 질문.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동네골목 — 동네 가내수공업·트럭음식 입고 알림</dc:title>
  <dc:subject>PptxGenJS Presentation</dc:subject>
  <dc:creator>동네골목</dc:creator>
  <cp:lastModifiedBy>동네골목</cp:lastModifiedBy>
  <cp:revision>1</cp:revision>
  <dcterms:created xsi:type="dcterms:W3CDTF">2026-05-04T08:23:30Z</dcterms:created>
  <dcterms:modified xsi:type="dcterms:W3CDTF">2026-05-04T08:23:30Z</dcterms:modified>
</cp:coreProperties>
</file>